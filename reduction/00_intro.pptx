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58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2"/>
    <p:restoredTop sz="94694"/>
  </p:normalViewPr>
  <p:slideViewPr>
    <p:cSldViewPr snapToGrid="0">
      <p:cViewPr varScale="1">
        <p:scale>
          <a:sx n="109" d="100"/>
          <a:sy n="109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78C7E-84A5-B049-AEA4-8A2DB246FC6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6372C-A35A-1F4D-9DD3-7603FEE3C7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09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6372C-A35A-1F4D-9DD3-7603FEE3C756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8900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66A7D-0591-CD48-3385-7412EA5B1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319E628-CD2A-7AF8-A8C6-C95595E56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B5DAAF-969D-2BBB-A9A6-142B01055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AE9055-FB5F-C571-31D2-A027636C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FC4045-3CD6-A05D-6F62-608D76E0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62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7458E-4374-F24C-A69B-4C3594C42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4FF67C-C19E-7CCD-BD1A-B4458C6EE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76E298-5309-7EA3-85DD-B6CE7920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589ADE-1B42-2C26-29C3-217BAB85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D3F18D-7BEE-2649-E635-4555326B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24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0FBF8C-0D40-7849-47AE-C1141D48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5D2696-3607-300D-77E2-C675FC632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F68DAD-1626-CC65-CEC7-25E32A70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3F29C7-9751-475D-DDE4-4EF48E02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8763A0-3A90-E37E-9B29-6CF188B2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020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DB2490-DAAA-282C-0E19-797B77AB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E1A7E0-5E04-64BF-AEBE-1E9991ECC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2AE771-B499-6AB1-BB23-0A6D3C7B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B8B19B-3163-5357-E951-0A1A58FB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D77569-731E-D9C1-D3F5-BCFA0EA9A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631175-1676-3312-848C-37732C1C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3663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28902B-F86E-721F-BC47-ECBE60B2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55ED7D-3FCE-6F78-3A4A-B432E69FE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CE5561-E856-F56C-E62E-1FB3EC956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381DC1-045B-6217-8E1E-8A8B0F3A7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AFFD39E-9A19-7A2B-0908-CA982A3F7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456A583-19D7-6663-212C-C8933A67C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A139F1A-E6EE-6228-CED3-4F380693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F121CAD-0156-329B-F70B-1B088DA4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051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8E9133-870E-8AE3-5E45-0D5AED080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344791-F21B-3954-B2B9-114CD1461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4D97BD1-AEA4-3CB1-1DEE-D4DA6996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9D696B-92A6-4D64-22BF-06681D4E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7630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2A86B17-48B7-9E52-8C46-981CE96D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335937E-6897-E958-6585-379A2F3B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75BED7-CCE7-083F-879A-6A329FCB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4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E65A8F-7BEC-C9E9-46A6-83405898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C5EDA1-1254-EFF2-BA5A-B74E6B715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D39307-C69E-E3FC-B9AC-7779F1E20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64F322-61CE-CFC4-53D7-8095A2014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C60170A-B373-F665-C40E-B57E0E4F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F48986-9221-15EA-1C9E-8D7D12D4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62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8F191F-2689-5A35-B949-6019C25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23D0339-ABFF-72A8-DCF7-A724F212B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50EFB9-298C-0B89-53D9-36CFF6D55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599CD4-14C1-169A-43CB-B44C3F87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AB5885-3EA8-A79F-7963-8D240A5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4E2E17-9555-6010-7B2A-EEEA62CA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783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9DB263-9128-94BF-BCBA-BEA95C1D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C7C71A3-CAB9-4475-3C8D-ECF7CF8B8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A2F5A7-494A-1565-E531-90BFE2006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3143DB-1A36-D652-0A81-7E50DF34F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AA616C-A525-AA80-3E90-46A346F8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696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DC958C0-C507-E982-DC5A-FF0FCFA55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39735A-9C05-5C24-E503-5CB11A916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B81223-97E7-8817-67C4-0BDCCA92A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8B5198-0CE9-495D-0CF9-C903EA7A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E5D97A-47A2-A459-4332-C03D1D5A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06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95D12F9-BF25-D4CD-B120-7A087C17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AFDDAB-99A9-A9D4-F129-92C286912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8D9E98-5516-ADB6-FF21-7C12DE75D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BD48D-6419-2A4B-825C-995114A2AC8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85D11C-1EBC-F551-AAA1-EB9A2B60F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F71174-0240-4727-E2E9-9125CED27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BAB73-904F-F246-B79D-A04B46D388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87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6AA0F-8F80-75CD-8406-99383F2E90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Dimension </a:t>
            </a:r>
            <a:r>
              <a:rPr lang="fr-FR" dirty="0" err="1"/>
              <a:t>reduction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D451A3-6C54-6BBD-387C-4C20F8B935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i="1" dirty="0"/>
              <a:t>Thomas Corpetti</a:t>
            </a:r>
          </a:p>
          <a:p>
            <a:r>
              <a:rPr lang="fr-FR" i="1" dirty="0" err="1"/>
              <a:t>Copernicus</a:t>
            </a:r>
            <a:r>
              <a:rPr lang="fr-FR" i="1" dirty="0"/>
              <a:t> master, 2025-2026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F2ABB36-F00F-280A-90D4-9C8D4B5A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334"/>
            <a:ext cx="1524000" cy="108813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50F2958-1CD5-33A5-5308-CBA5DE50E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54" y="1749517"/>
            <a:ext cx="1133292" cy="113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08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390514-D130-E42A-B297-E3E131F3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C1DD38-00B7-9E05-1B6D-454BB87A5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2993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B5D85-9B5B-7C80-1EB2-4617D290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2F0849-B34F-CF5D-A223-936212C0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F83BA-BC98-CBBC-48C8-534B6CB0A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A098099-D4AF-4503-4565-0B23CDFF4D09}"/>
              </a:ext>
            </a:extLst>
          </p:cNvPr>
          <p:cNvCxnSpPr/>
          <p:nvPr/>
        </p:nvCxnSpPr>
        <p:spPr>
          <a:xfrm>
            <a:off x="1162756" y="4673600"/>
            <a:ext cx="234808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9CE45305-F41A-3CF1-8C49-994F9D4A394F}"/>
              </a:ext>
            </a:extLst>
          </p:cNvPr>
          <p:cNvSpPr txBox="1"/>
          <p:nvPr/>
        </p:nvSpPr>
        <p:spPr>
          <a:xfrm>
            <a:off x="2144890" y="4775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757432B-773E-B2F7-93E2-71F9B592995D}"/>
              </a:ext>
            </a:extLst>
          </p:cNvPr>
          <p:cNvCxnSpPr/>
          <p:nvPr/>
        </p:nvCxnSpPr>
        <p:spPr>
          <a:xfrm>
            <a:off x="2551289" y="4989689"/>
            <a:ext cx="95955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724CC83-503E-79E7-C638-C10D6B22D9BD}"/>
              </a:ext>
            </a:extLst>
          </p:cNvPr>
          <p:cNvCxnSpPr>
            <a:cxnSpLocks/>
          </p:cNvCxnSpPr>
          <p:nvPr/>
        </p:nvCxnSpPr>
        <p:spPr>
          <a:xfrm flipH="1" flipV="1">
            <a:off x="1162756" y="4972756"/>
            <a:ext cx="891822" cy="169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DBBF1135-865F-7F41-032E-464FFAD48AB7}"/>
              </a:ext>
            </a:extLst>
          </p:cNvPr>
          <p:cNvSpPr txBox="1"/>
          <p:nvPr/>
        </p:nvSpPr>
        <p:spPr>
          <a:xfrm>
            <a:off x="249382" y="447699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1D</a:t>
            </a:r>
          </a:p>
        </p:txBody>
      </p:sp>
    </p:spTree>
    <p:extLst>
      <p:ext uri="{BB962C8B-B14F-4D97-AF65-F5344CB8AC3E}">
        <p14:creationId xmlns:p14="http://schemas.microsoft.com/office/powerpoint/2010/main" val="200651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6CCB5-1026-D61C-140D-4CF29493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7A6B64-D0AB-B4FC-F3A1-9FB9E326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70F67E-8752-53ED-ED7A-41036557B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CE175FB-1837-BEFE-A813-BC11CDD7374E}"/>
              </a:ext>
            </a:extLst>
          </p:cNvPr>
          <p:cNvCxnSpPr/>
          <p:nvPr/>
        </p:nvCxnSpPr>
        <p:spPr>
          <a:xfrm>
            <a:off x="1162756" y="4673600"/>
            <a:ext cx="234808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DE8ADBFB-4D35-D5E8-A743-2ADA545427DD}"/>
              </a:ext>
            </a:extLst>
          </p:cNvPr>
          <p:cNvSpPr txBox="1"/>
          <p:nvPr/>
        </p:nvSpPr>
        <p:spPr>
          <a:xfrm>
            <a:off x="2144890" y="4775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28FB4AF-84A7-E6C1-D111-B9D36A1FCAF3}"/>
              </a:ext>
            </a:extLst>
          </p:cNvPr>
          <p:cNvCxnSpPr/>
          <p:nvPr/>
        </p:nvCxnSpPr>
        <p:spPr>
          <a:xfrm>
            <a:off x="2551289" y="4989689"/>
            <a:ext cx="95955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6D930B5-FF2E-2133-03A9-D3BB1921A113}"/>
              </a:ext>
            </a:extLst>
          </p:cNvPr>
          <p:cNvCxnSpPr>
            <a:cxnSpLocks/>
          </p:cNvCxnSpPr>
          <p:nvPr/>
        </p:nvCxnSpPr>
        <p:spPr>
          <a:xfrm flipH="1" flipV="1">
            <a:off x="1162756" y="4972756"/>
            <a:ext cx="891822" cy="169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E3DDD92-42EC-C0F6-FD23-C8AB2FDD84FA}"/>
              </a:ext>
            </a:extLst>
          </p:cNvPr>
          <p:cNvCxnSpPr>
            <a:cxnSpLocks/>
          </p:cNvCxnSpPr>
          <p:nvPr/>
        </p:nvCxnSpPr>
        <p:spPr>
          <a:xfrm>
            <a:off x="1388533" y="4673600"/>
            <a:ext cx="181751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614E36D-B5AF-10DD-5A7A-6091EA2995DE}"/>
              </a:ext>
            </a:extLst>
          </p:cNvPr>
          <p:cNvSpPr txBox="1"/>
          <p:nvPr/>
        </p:nvSpPr>
        <p:spPr>
          <a:xfrm>
            <a:off x="1145824" y="42276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62B0C34-3C8B-998A-AF67-425790A026E7}"/>
              </a:ext>
            </a:extLst>
          </p:cNvPr>
          <p:cNvSpPr txBox="1"/>
          <p:nvPr/>
        </p:nvSpPr>
        <p:spPr>
          <a:xfrm>
            <a:off x="3206044" y="4277851"/>
            <a:ext cx="29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B60DF8-4C3B-47EE-48E4-00A0EAEAE48D}"/>
              </a:ext>
            </a:extLst>
          </p:cNvPr>
          <p:cNvSpPr txBox="1"/>
          <p:nvPr/>
        </p:nvSpPr>
        <p:spPr>
          <a:xfrm>
            <a:off x="249382" y="447699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1D</a:t>
            </a:r>
          </a:p>
        </p:txBody>
      </p:sp>
    </p:spTree>
    <p:extLst>
      <p:ext uri="{BB962C8B-B14F-4D97-AF65-F5344CB8AC3E}">
        <p14:creationId xmlns:p14="http://schemas.microsoft.com/office/powerpoint/2010/main" val="958335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DF9E-E15A-2DBC-82C6-28AF61755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21CE03-5AD8-6084-3125-C3C0A3D9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5CD865-4B5B-A4C1-4EB5-0C3FB9513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7246BB4-6F86-1B26-405C-EAA28812B222}"/>
              </a:ext>
            </a:extLst>
          </p:cNvPr>
          <p:cNvCxnSpPr/>
          <p:nvPr/>
        </p:nvCxnSpPr>
        <p:spPr>
          <a:xfrm>
            <a:off x="1162756" y="4673600"/>
            <a:ext cx="234808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BF488269-EB7B-5127-FAB7-DF68CBA0503D}"/>
              </a:ext>
            </a:extLst>
          </p:cNvPr>
          <p:cNvSpPr txBox="1"/>
          <p:nvPr/>
        </p:nvSpPr>
        <p:spPr>
          <a:xfrm>
            <a:off x="2144890" y="4775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0B7F737-8B05-B556-B916-7BCEC3EBB8CC}"/>
              </a:ext>
            </a:extLst>
          </p:cNvPr>
          <p:cNvCxnSpPr/>
          <p:nvPr/>
        </p:nvCxnSpPr>
        <p:spPr>
          <a:xfrm>
            <a:off x="2551289" y="4989689"/>
            <a:ext cx="95955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60A1B2E-640B-0C54-0733-E1A729DDB5AD}"/>
              </a:ext>
            </a:extLst>
          </p:cNvPr>
          <p:cNvCxnSpPr>
            <a:cxnSpLocks/>
          </p:cNvCxnSpPr>
          <p:nvPr/>
        </p:nvCxnSpPr>
        <p:spPr>
          <a:xfrm flipH="1" flipV="1">
            <a:off x="1162756" y="4972756"/>
            <a:ext cx="891822" cy="169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AB7B969-DE0A-290B-684D-3E4F2EAC4856}"/>
              </a:ext>
            </a:extLst>
          </p:cNvPr>
          <p:cNvCxnSpPr>
            <a:cxnSpLocks/>
          </p:cNvCxnSpPr>
          <p:nvPr/>
        </p:nvCxnSpPr>
        <p:spPr>
          <a:xfrm>
            <a:off x="1388533" y="4673600"/>
            <a:ext cx="181751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3D5F088E-BC8D-64C5-89EE-C098BD399AED}"/>
              </a:ext>
            </a:extLst>
          </p:cNvPr>
          <p:cNvSpPr txBox="1"/>
          <p:nvPr/>
        </p:nvSpPr>
        <p:spPr>
          <a:xfrm>
            <a:off x="1145824" y="42276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7E43EDA-6398-9D88-40F5-BC43A0A4A72B}"/>
              </a:ext>
            </a:extLst>
          </p:cNvPr>
          <p:cNvSpPr txBox="1"/>
          <p:nvPr/>
        </p:nvSpPr>
        <p:spPr>
          <a:xfrm>
            <a:off x="3206044" y="4277851"/>
            <a:ext cx="29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3C6C277-F03E-056D-8837-7A25139E6700}"/>
              </a:ext>
            </a:extLst>
          </p:cNvPr>
          <p:cNvSpPr txBox="1"/>
          <p:nvPr/>
        </p:nvSpPr>
        <p:spPr>
          <a:xfrm>
            <a:off x="249382" y="447699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1D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95C3E5D-5F90-36BD-FE24-C007F746A8A6}"/>
              </a:ext>
            </a:extLst>
          </p:cNvPr>
          <p:cNvSpPr txBox="1"/>
          <p:nvPr/>
        </p:nvSpPr>
        <p:spPr>
          <a:xfrm>
            <a:off x="59377" y="5319121"/>
            <a:ext cx="3556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</p:spTree>
    <p:extLst>
      <p:ext uri="{BB962C8B-B14F-4D97-AF65-F5344CB8AC3E}">
        <p14:creationId xmlns:p14="http://schemas.microsoft.com/office/powerpoint/2010/main" val="3124891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B44EB-D002-3DBE-948E-61FEF75B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A0D7E9-FD3C-251A-E973-4BA6D90B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80AAFE-7D77-BBB2-30AD-2CE7E170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0C474A5-13DC-1CA1-E294-997B36EEE6C0}"/>
              </a:ext>
            </a:extLst>
          </p:cNvPr>
          <p:cNvCxnSpPr/>
          <p:nvPr/>
        </p:nvCxnSpPr>
        <p:spPr>
          <a:xfrm>
            <a:off x="1162756" y="4673600"/>
            <a:ext cx="234808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1661F3B5-E092-D8E7-187F-1C5615E6F658}"/>
              </a:ext>
            </a:extLst>
          </p:cNvPr>
          <p:cNvSpPr txBox="1"/>
          <p:nvPr/>
        </p:nvSpPr>
        <p:spPr>
          <a:xfrm>
            <a:off x="2144890" y="4775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9DB42A7-02F4-EE8D-4817-37AA8297743B}"/>
              </a:ext>
            </a:extLst>
          </p:cNvPr>
          <p:cNvCxnSpPr/>
          <p:nvPr/>
        </p:nvCxnSpPr>
        <p:spPr>
          <a:xfrm>
            <a:off x="2551289" y="4989689"/>
            <a:ext cx="95955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4507157-F86C-FA7D-1FD5-67E83EF451E1}"/>
              </a:ext>
            </a:extLst>
          </p:cNvPr>
          <p:cNvCxnSpPr>
            <a:cxnSpLocks/>
          </p:cNvCxnSpPr>
          <p:nvPr/>
        </p:nvCxnSpPr>
        <p:spPr>
          <a:xfrm flipH="1" flipV="1">
            <a:off x="1162756" y="4972756"/>
            <a:ext cx="891822" cy="169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FD24978-D942-9E09-BF1B-BDFE0EDCEA4C}"/>
              </a:ext>
            </a:extLst>
          </p:cNvPr>
          <p:cNvCxnSpPr>
            <a:cxnSpLocks/>
          </p:cNvCxnSpPr>
          <p:nvPr/>
        </p:nvCxnSpPr>
        <p:spPr>
          <a:xfrm>
            <a:off x="1388533" y="4673600"/>
            <a:ext cx="181751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9A40156F-C1C8-34E8-27F5-1510B3BD5344}"/>
              </a:ext>
            </a:extLst>
          </p:cNvPr>
          <p:cNvSpPr txBox="1"/>
          <p:nvPr/>
        </p:nvSpPr>
        <p:spPr>
          <a:xfrm>
            <a:off x="1145824" y="42276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B707B27-2B2A-8903-CBF8-51B510F66905}"/>
              </a:ext>
            </a:extLst>
          </p:cNvPr>
          <p:cNvSpPr txBox="1"/>
          <p:nvPr/>
        </p:nvSpPr>
        <p:spPr>
          <a:xfrm>
            <a:off x="3206044" y="4277851"/>
            <a:ext cx="29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AAADABC-FC8E-AE91-E86C-A3FF73F3A9E5}"/>
              </a:ext>
            </a:extLst>
          </p:cNvPr>
          <p:cNvSpPr txBox="1"/>
          <p:nvPr/>
        </p:nvSpPr>
        <p:spPr>
          <a:xfrm>
            <a:off x="249382" y="447699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1D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ADF1CB8-A4CF-C744-F27D-09A69AB28DE7}"/>
              </a:ext>
            </a:extLst>
          </p:cNvPr>
          <p:cNvSpPr txBox="1"/>
          <p:nvPr/>
        </p:nvSpPr>
        <p:spPr>
          <a:xfrm>
            <a:off x="59377" y="5319121"/>
            <a:ext cx="3556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B2ECBC6-6CBE-CA5E-87F1-D8B65C51A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27" y="5812986"/>
            <a:ext cx="1606303" cy="31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9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F234D-62C4-9AD3-4C38-602A9B51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C416E-4F1E-F7C8-2B45-57835C5D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0E8657-13A5-EA7A-FDA5-1F0C0AAEF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76F7D4C-EED5-A69D-792D-D2F5E7CB3396}"/>
              </a:ext>
            </a:extLst>
          </p:cNvPr>
          <p:cNvCxnSpPr/>
          <p:nvPr/>
        </p:nvCxnSpPr>
        <p:spPr>
          <a:xfrm>
            <a:off x="1162756" y="4673600"/>
            <a:ext cx="234808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6B0BF443-A607-E80F-8609-0AE9BA5B848C}"/>
              </a:ext>
            </a:extLst>
          </p:cNvPr>
          <p:cNvSpPr txBox="1"/>
          <p:nvPr/>
        </p:nvSpPr>
        <p:spPr>
          <a:xfrm>
            <a:off x="2144890" y="4775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F657B537-D9A3-01EC-0F8B-3F104B945935}"/>
              </a:ext>
            </a:extLst>
          </p:cNvPr>
          <p:cNvCxnSpPr/>
          <p:nvPr/>
        </p:nvCxnSpPr>
        <p:spPr>
          <a:xfrm>
            <a:off x="2551289" y="4989689"/>
            <a:ext cx="95955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B41C90E4-5FB2-BB20-9E69-B3DC3C16CFE7}"/>
              </a:ext>
            </a:extLst>
          </p:cNvPr>
          <p:cNvCxnSpPr>
            <a:cxnSpLocks/>
          </p:cNvCxnSpPr>
          <p:nvPr/>
        </p:nvCxnSpPr>
        <p:spPr>
          <a:xfrm flipH="1" flipV="1">
            <a:off x="1162756" y="4972756"/>
            <a:ext cx="891822" cy="169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B1CD977-FA8E-E368-796C-3FC6D4CDCE38}"/>
              </a:ext>
            </a:extLst>
          </p:cNvPr>
          <p:cNvCxnSpPr>
            <a:cxnSpLocks/>
          </p:cNvCxnSpPr>
          <p:nvPr/>
        </p:nvCxnSpPr>
        <p:spPr>
          <a:xfrm>
            <a:off x="1388533" y="4673600"/>
            <a:ext cx="181751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27AC832-C8B9-1B16-2364-24C4CA6DE7B2}"/>
              </a:ext>
            </a:extLst>
          </p:cNvPr>
          <p:cNvSpPr txBox="1"/>
          <p:nvPr/>
        </p:nvSpPr>
        <p:spPr>
          <a:xfrm>
            <a:off x="1145824" y="42276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327C78D-76A5-DA9D-6816-7569E5B89254}"/>
              </a:ext>
            </a:extLst>
          </p:cNvPr>
          <p:cNvSpPr txBox="1"/>
          <p:nvPr/>
        </p:nvSpPr>
        <p:spPr>
          <a:xfrm>
            <a:off x="3206044" y="4277851"/>
            <a:ext cx="29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39C105D-D842-CA2A-8ED2-6D91D87BB872}"/>
              </a:ext>
            </a:extLst>
          </p:cNvPr>
          <p:cNvSpPr txBox="1"/>
          <p:nvPr/>
        </p:nvSpPr>
        <p:spPr>
          <a:xfrm>
            <a:off x="59377" y="5319121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F19E092-0E90-E7FF-9CC4-1FECF8316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27" y="5812986"/>
            <a:ext cx="1606303" cy="31280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B135C2B-AFA3-19DD-0A3F-CD588D0660EA}"/>
              </a:ext>
            </a:extLst>
          </p:cNvPr>
          <p:cNvSpPr txBox="1"/>
          <p:nvPr/>
        </p:nvSpPr>
        <p:spPr>
          <a:xfrm>
            <a:off x="249382" y="447699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1D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9B36148-1EE6-46FC-D314-FE73A59450BD}"/>
              </a:ext>
            </a:extLst>
          </p:cNvPr>
          <p:cNvSpPr txBox="1"/>
          <p:nvPr/>
        </p:nvSpPr>
        <p:spPr>
          <a:xfrm>
            <a:off x="4688483" y="4488934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2D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B2E1D0-1E0D-BEB7-DD2C-51BE43D3AEF6}"/>
              </a:ext>
            </a:extLst>
          </p:cNvPr>
          <p:cNvSpPr/>
          <p:nvPr/>
        </p:nvSpPr>
        <p:spPr>
          <a:xfrm>
            <a:off x="5617029" y="3990109"/>
            <a:ext cx="1496290" cy="1484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D66DCD-3D7E-F90B-0E26-9B639F3776F8}"/>
              </a:ext>
            </a:extLst>
          </p:cNvPr>
          <p:cNvSpPr/>
          <p:nvPr/>
        </p:nvSpPr>
        <p:spPr>
          <a:xfrm>
            <a:off x="5766362" y="4131770"/>
            <a:ext cx="1204453" cy="11873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9568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7BA4C-473E-9F68-C7F7-63FD5A7E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69B897-D9BA-82D5-3ABA-A72175B9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548F5A-E451-0FD4-7F95-21DE05893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43586CD-06F4-3DF7-CD97-11DFE0A10E34}"/>
              </a:ext>
            </a:extLst>
          </p:cNvPr>
          <p:cNvCxnSpPr/>
          <p:nvPr/>
        </p:nvCxnSpPr>
        <p:spPr>
          <a:xfrm>
            <a:off x="1162756" y="4673600"/>
            <a:ext cx="234808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7510EDD0-25BA-ABBA-43DB-78CAD52AF779}"/>
              </a:ext>
            </a:extLst>
          </p:cNvPr>
          <p:cNvSpPr txBox="1"/>
          <p:nvPr/>
        </p:nvSpPr>
        <p:spPr>
          <a:xfrm>
            <a:off x="2144890" y="4775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21BA7E4A-609E-733C-D943-DDAE0AAE26FC}"/>
              </a:ext>
            </a:extLst>
          </p:cNvPr>
          <p:cNvCxnSpPr/>
          <p:nvPr/>
        </p:nvCxnSpPr>
        <p:spPr>
          <a:xfrm>
            <a:off x="2551289" y="4989689"/>
            <a:ext cx="95955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23AFF36-5589-1DA4-7586-0067D530DD08}"/>
              </a:ext>
            </a:extLst>
          </p:cNvPr>
          <p:cNvCxnSpPr>
            <a:cxnSpLocks/>
          </p:cNvCxnSpPr>
          <p:nvPr/>
        </p:nvCxnSpPr>
        <p:spPr>
          <a:xfrm flipH="1" flipV="1">
            <a:off x="1162756" y="4972756"/>
            <a:ext cx="891822" cy="169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BB9DE12-C85B-73F2-5077-9C4C23D52FF4}"/>
              </a:ext>
            </a:extLst>
          </p:cNvPr>
          <p:cNvCxnSpPr>
            <a:cxnSpLocks/>
          </p:cNvCxnSpPr>
          <p:nvPr/>
        </p:nvCxnSpPr>
        <p:spPr>
          <a:xfrm>
            <a:off x="1388533" y="4673600"/>
            <a:ext cx="181751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7B3D6208-3D52-7AA9-5369-64556CB417AE}"/>
              </a:ext>
            </a:extLst>
          </p:cNvPr>
          <p:cNvSpPr txBox="1"/>
          <p:nvPr/>
        </p:nvSpPr>
        <p:spPr>
          <a:xfrm>
            <a:off x="1145824" y="42276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9544ED1-D721-5553-50D9-5600C5AA8E7A}"/>
              </a:ext>
            </a:extLst>
          </p:cNvPr>
          <p:cNvSpPr txBox="1"/>
          <p:nvPr/>
        </p:nvSpPr>
        <p:spPr>
          <a:xfrm>
            <a:off x="3206044" y="4277851"/>
            <a:ext cx="29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FAAE69-7E5D-460F-44BF-CE29DDB82C27}"/>
              </a:ext>
            </a:extLst>
          </p:cNvPr>
          <p:cNvSpPr txBox="1"/>
          <p:nvPr/>
        </p:nvSpPr>
        <p:spPr>
          <a:xfrm>
            <a:off x="59377" y="5319121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FFB2B6C-0592-6AD1-1DB9-C4CB030CA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27" y="5812986"/>
            <a:ext cx="1606303" cy="31280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806D137-D5B4-F64E-5ABD-D10027EB3133}"/>
              </a:ext>
            </a:extLst>
          </p:cNvPr>
          <p:cNvSpPr txBox="1"/>
          <p:nvPr/>
        </p:nvSpPr>
        <p:spPr>
          <a:xfrm>
            <a:off x="249382" y="447699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1D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9B3E556-36D4-F777-BB46-5F4497CCA49C}"/>
              </a:ext>
            </a:extLst>
          </p:cNvPr>
          <p:cNvSpPr txBox="1"/>
          <p:nvPr/>
        </p:nvSpPr>
        <p:spPr>
          <a:xfrm>
            <a:off x="4688483" y="4488934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2D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B84E2A-6516-0E19-15FB-6F0ECE63C6CD}"/>
              </a:ext>
            </a:extLst>
          </p:cNvPr>
          <p:cNvSpPr/>
          <p:nvPr/>
        </p:nvSpPr>
        <p:spPr>
          <a:xfrm>
            <a:off x="5617029" y="3990109"/>
            <a:ext cx="1496290" cy="1484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862AF0-DB54-9230-EB7C-64124E3DD8B1}"/>
              </a:ext>
            </a:extLst>
          </p:cNvPr>
          <p:cNvSpPr/>
          <p:nvPr/>
        </p:nvSpPr>
        <p:spPr>
          <a:xfrm>
            <a:off x="5766362" y="4131770"/>
            <a:ext cx="1204453" cy="11873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962404C-7032-2CE2-C3F5-B1ACA2319FAF}"/>
              </a:ext>
            </a:extLst>
          </p:cNvPr>
          <p:cNvSpPr txBox="1"/>
          <p:nvPr/>
        </p:nvSpPr>
        <p:spPr>
          <a:xfrm>
            <a:off x="4654128" y="5600057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</p:spTree>
    <p:extLst>
      <p:ext uri="{BB962C8B-B14F-4D97-AF65-F5344CB8AC3E}">
        <p14:creationId xmlns:p14="http://schemas.microsoft.com/office/powerpoint/2010/main" val="3114585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9C283-53A7-F901-46EF-BD640CB01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14D16-5AAC-3C4C-7D43-BD0F6A9C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2552FD-CD75-B66C-DB2A-83343DA8C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4586E4C-BA66-56CE-20FC-6F8D9A7C463E}"/>
              </a:ext>
            </a:extLst>
          </p:cNvPr>
          <p:cNvCxnSpPr/>
          <p:nvPr/>
        </p:nvCxnSpPr>
        <p:spPr>
          <a:xfrm>
            <a:off x="1162756" y="4673600"/>
            <a:ext cx="234808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8A1C0FD6-A1D2-65FF-37B0-1EFB28E7501B}"/>
              </a:ext>
            </a:extLst>
          </p:cNvPr>
          <p:cNvSpPr txBox="1"/>
          <p:nvPr/>
        </p:nvSpPr>
        <p:spPr>
          <a:xfrm>
            <a:off x="2144890" y="4775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7FCCE40-BF18-02D4-A1FF-662529CD375B}"/>
              </a:ext>
            </a:extLst>
          </p:cNvPr>
          <p:cNvCxnSpPr/>
          <p:nvPr/>
        </p:nvCxnSpPr>
        <p:spPr>
          <a:xfrm>
            <a:off x="2551289" y="4989689"/>
            <a:ext cx="95955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C60B65A-E766-9C56-CF4B-7149500EE251}"/>
              </a:ext>
            </a:extLst>
          </p:cNvPr>
          <p:cNvCxnSpPr>
            <a:cxnSpLocks/>
          </p:cNvCxnSpPr>
          <p:nvPr/>
        </p:nvCxnSpPr>
        <p:spPr>
          <a:xfrm flipH="1" flipV="1">
            <a:off x="1162756" y="4972756"/>
            <a:ext cx="891822" cy="169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D5ABF60-3AF4-FF62-574B-F9F5DCF6FE3F}"/>
              </a:ext>
            </a:extLst>
          </p:cNvPr>
          <p:cNvCxnSpPr>
            <a:cxnSpLocks/>
          </p:cNvCxnSpPr>
          <p:nvPr/>
        </p:nvCxnSpPr>
        <p:spPr>
          <a:xfrm>
            <a:off x="1388533" y="4673600"/>
            <a:ext cx="181751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5617C489-3012-D1D3-CDA0-59EA2BC7FE62}"/>
              </a:ext>
            </a:extLst>
          </p:cNvPr>
          <p:cNvSpPr txBox="1"/>
          <p:nvPr/>
        </p:nvSpPr>
        <p:spPr>
          <a:xfrm>
            <a:off x="1145824" y="42276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D9D4967-AAB6-9F47-B2B5-50F480B9D47E}"/>
              </a:ext>
            </a:extLst>
          </p:cNvPr>
          <p:cNvSpPr txBox="1"/>
          <p:nvPr/>
        </p:nvSpPr>
        <p:spPr>
          <a:xfrm>
            <a:off x="3206044" y="4277851"/>
            <a:ext cx="29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725280F-94FE-1EBB-0A43-773196E06163}"/>
              </a:ext>
            </a:extLst>
          </p:cNvPr>
          <p:cNvSpPr txBox="1"/>
          <p:nvPr/>
        </p:nvSpPr>
        <p:spPr>
          <a:xfrm>
            <a:off x="59377" y="5319121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18B8BB7-3E5B-A85A-B3FB-F4DCC0570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27" y="5812986"/>
            <a:ext cx="1606303" cy="31280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366A198-A457-32F1-08DD-8BBFACD67D5C}"/>
              </a:ext>
            </a:extLst>
          </p:cNvPr>
          <p:cNvSpPr txBox="1"/>
          <p:nvPr/>
        </p:nvSpPr>
        <p:spPr>
          <a:xfrm>
            <a:off x="249382" y="447699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1D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4FB1385-EBF3-3961-7B33-B8E4D912DB06}"/>
              </a:ext>
            </a:extLst>
          </p:cNvPr>
          <p:cNvSpPr txBox="1"/>
          <p:nvPr/>
        </p:nvSpPr>
        <p:spPr>
          <a:xfrm>
            <a:off x="4688483" y="4488934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2D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F2C5B1-09D2-ABB3-DCD6-E3CCA5DAB628}"/>
              </a:ext>
            </a:extLst>
          </p:cNvPr>
          <p:cNvSpPr/>
          <p:nvPr/>
        </p:nvSpPr>
        <p:spPr>
          <a:xfrm>
            <a:off x="5617029" y="3990109"/>
            <a:ext cx="1496290" cy="1484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9ABE89-A043-1664-84EC-AB76496B1E96}"/>
              </a:ext>
            </a:extLst>
          </p:cNvPr>
          <p:cNvSpPr/>
          <p:nvPr/>
        </p:nvSpPr>
        <p:spPr>
          <a:xfrm>
            <a:off x="5766362" y="4131770"/>
            <a:ext cx="1204453" cy="11873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AC07E55-97E1-D866-8EB9-10078C634F14}"/>
              </a:ext>
            </a:extLst>
          </p:cNvPr>
          <p:cNvSpPr txBox="1"/>
          <p:nvPr/>
        </p:nvSpPr>
        <p:spPr>
          <a:xfrm>
            <a:off x="4654128" y="5600057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DB97B3C9-C3CF-DF12-FA26-771C38AE6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972" y="6033460"/>
            <a:ext cx="1846401" cy="36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0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9FC9F-565D-47F9-BF40-FBE36C6C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381D69-BF81-D73C-37A9-FDAA04180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65271B-FEEC-2649-F5CF-644A186BE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D9D77AF-3413-9827-284A-DA4E9405200C}"/>
              </a:ext>
            </a:extLst>
          </p:cNvPr>
          <p:cNvCxnSpPr/>
          <p:nvPr/>
        </p:nvCxnSpPr>
        <p:spPr>
          <a:xfrm>
            <a:off x="1162756" y="4673600"/>
            <a:ext cx="234808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DD870B6E-6B37-9E8D-9FB0-536F8297D779}"/>
              </a:ext>
            </a:extLst>
          </p:cNvPr>
          <p:cNvSpPr txBox="1"/>
          <p:nvPr/>
        </p:nvSpPr>
        <p:spPr>
          <a:xfrm>
            <a:off x="2144890" y="4775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75E4F4C0-CBAC-BB4E-41C1-542A4E835575}"/>
              </a:ext>
            </a:extLst>
          </p:cNvPr>
          <p:cNvCxnSpPr/>
          <p:nvPr/>
        </p:nvCxnSpPr>
        <p:spPr>
          <a:xfrm>
            <a:off x="2551289" y="4989689"/>
            <a:ext cx="95955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1E6441F-ABA3-357F-3E25-397768B02ECE}"/>
              </a:ext>
            </a:extLst>
          </p:cNvPr>
          <p:cNvCxnSpPr>
            <a:cxnSpLocks/>
          </p:cNvCxnSpPr>
          <p:nvPr/>
        </p:nvCxnSpPr>
        <p:spPr>
          <a:xfrm flipH="1" flipV="1">
            <a:off x="1162756" y="4972756"/>
            <a:ext cx="891822" cy="169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DBD48D7-97C5-E516-19D2-F801496E9B7C}"/>
              </a:ext>
            </a:extLst>
          </p:cNvPr>
          <p:cNvCxnSpPr>
            <a:cxnSpLocks/>
          </p:cNvCxnSpPr>
          <p:nvPr/>
        </p:nvCxnSpPr>
        <p:spPr>
          <a:xfrm>
            <a:off x="1388533" y="4673600"/>
            <a:ext cx="181751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AA7B1AF6-4165-F823-8D49-C107CE297350}"/>
              </a:ext>
            </a:extLst>
          </p:cNvPr>
          <p:cNvSpPr txBox="1"/>
          <p:nvPr/>
        </p:nvSpPr>
        <p:spPr>
          <a:xfrm>
            <a:off x="1145824" y="42276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A81DF73-DA7D-13EB-8A8D-CFE37C416420}"/>
              </a:ext>
            </a:extLst>
          </p:cNvPr>
          <p:cNvSpPr txBox="1"/>
          <p:nvPr/>
        </p:nvSpPr>
        <p:spPr>
          <a:xfrm>
            <a:off x="3206044" y="4277851"/>
            <a:ext cx="29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259C5C-4B9C-DDC3-0FF5-C59D15F95201}"/>
              </a:ext>
            </a:extLst>
          </p:cNvPr>
          <p:cNvSpPr txBox="1"/>
          <p:nvPr/>
        </p:nvSpPr>
        <p:spPr>
          <a:xfrm>
            <a:off x="59377" y="5319121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FA16384-04F4-8C83-DBD7-D8CED51E9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27" y="5812986"/>
            <a:ext cx="1606303" cy="31280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8EC8D5A-0D4E-CF9A-9B93-BF2A81960041}"/>
              </a:ext>
            </a:extLst>
          </p:cNvPr>
          <p:cNvSpPr txBox="1"/>
          <p:nvPr/>
        </p:nvSpPr>
        <p:spPr>
          <a:xfrm>
            <a:off x="249382" y="447699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1D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13CAD67-2D1F-6063-794C-89C655A4F2CF}"/>
              </a:ext>
            </a:extLst>
          </p:cNvPr>
          <p:cNvSpPr txBox="1"/>
          <p:nvPr/>
        </p:nvSpPr>
        <p:spPr>
          <a:xfrm>
            <a:off x="4688483" y="4488934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2D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22FE53-A0BE-90ED-8A7D-426FFEC6F21A}"/>
              </a:ext>
            </a:extLst>
          </p:cNvPr>
          <p:cNvSpPr/>
          <p:nvPr/>
        </p:nvSpPr>
        <p:spPr>
          <a:xfrm>
            <a:off x="5617029" y="3990109"/>
            <a:ext cx="1496290" cy="1484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364D76-263B-B78A-701F-FDAD9928481F}"/>
              </a:ext>
            </a:extLst>
          </p:cNvPr>
          <p:cNvSpPr/>
          <p:nvPr/>
        </p:nvSpPr>
        <p:spPr>
          <a:xfrm>
            <a:off x="5766362" y="4131770"/>
            <a:ext cx="1204453" cy="11873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6A75401-53A5-A382-979C-B0EC25587962}"/>
              </a:ext>
            </a:extLst>
          </p:cNvPr>
          <p:cNvSpPr txBox="1"/>
          <p:nvPr/>
        </p:nvSpPr>
        <p:spPr>
          <a:xfrm>
            <a:off x="4654128" y="5600057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BE342C06-581D-359C-CD19-B7337C225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972" y="6033460"/>
            <a:ext cx="1846401" cy="36571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F45743BB-D233-DFD2-3BEB-3D2517E2E9FF}"/>
              </a:ext>
            </a:extLst>
          </p:cNvPr>
          <p:cNvSpPr txBox="1"/>
          <p:nvPr/>
        </p:nvSpPr>
        <p:spPr>
          <a:xfrm>
            <a:off x="8245012" y="446251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3D</a:t>
            </a:r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4528651B-ED67-9681-8480-B4FCCFD3E5FB}"/>
              </a:ext>
            </a:extLst>
          </p:cNvPr>
          <p:cNvSpPr/>
          <p:nvPr/>
        </p:nvSpPr>
        <p:spPr>
          <a:xfrm>
            <a:off x="9630628" y="4009131"/>
            <a:ext cx="1496289" cy="1484416"/>
          </a:xfrm>
          <a:prstGeom prst="cube">
            <a:avLst/>
          </a:prstGeom>
          <a:solidFill>
            <a:schemeClr val="accent1">
              <a:alpha val="5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A73AAB31-BA01-1DE7-D544-FE06CF600CB3}"/>
              </a:ext>
            </a:extLst>
          </p:cNvPr>
          <p:cNvSpPr/>
          <p:nvPr/>
        </p:nvSpPr>
        <p:spPr>
          <a:xfrm>
            <a:off x="9783029" y="4161531"/>
            <a:ext cx="1118520" cy="1157590"/>
          </a:xfrm>
          <a:prstGeom prst="cube">
            <a:avLst/>
          </a:prstGeom>
          <a:solidFill>
            <a:schemeClr val="bg1">
              <a:alpha val="65516"/>
            </a:schemeClr>
          </a:solidFill>
          <a:ln>
            <a:solidFill>
              <a:schemeClr val="accent1">
                <a:shade val="15000"/>
                <a:alpha val="20739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2077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032A-69FE-D566-9866-1A6F1174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C8BF7B-3400-C8EE-D1F8-9711B4D2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A1153D-4ADB-1C70-3BB3-93ECB6865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0FEF133-1B43-5AF3-2123-CADA25B75514}"/>
              </a:ext>
            </a:extLst>
          </p:cNvPr>
          <p:cNvCxnSpPr/>
          <p:nvPr/>
        </p:nvCxnSpPr>
        <p:spPr>
          <a:xfrm>
            <a:off x="1162756" y="4673600"/>
            <a:ext cx="234808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619749BF-0A80-E0B3-1613-357D368739DF}"/>
              </a:ext>
            </a:extLst>
          </p:cNvPr>
          <p:cNvSpPr txBox="1"/>
          <p:nvPr/>
        </p:nvSpPr>
        <p:spPr>
          <a:xfrm>
            <a:off x="2144890" y="4775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51814BF2-91D0-B65A-3C8C-3D63DF2EA3D1}"/>
              </a:ext>
            </a:extLst>
          </p:cNvPr>
          <p:cNvCxnSpPr/>
          <p:nvPr/>
        </p:nvCxnSpPr>
        <p:spPr>
          <a:xfrm>
            <a:off x="2551289" y="4989689"/>
            <a:ext cx="95955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00EBC56-CDB5-0C29-45E7-87CB74446CB0}"/>
              </a:ext>
            </a:extLst>
          </p:cNvPr>
          <p:cNvCxnSpPr>
            <a:cxnSpLocks/>
          </p:cNvCxnSpPr>
          <p:nvPr/>
        </p:nvCxnSpPr>
        <p:spPr>
          <a:xfrm flipH="1" flipV="1">
            <a:off x="1162756" y="4972756"/>
            <a:ext cx="891822" cy="169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07807C4-61C3-BC8D-49DA-5AF1BD9139F9}"/>
              </a:ext>
            </a:extLst>
          </p:cNvPr>
          <p:cNvCxnSpPr>
            <a:cxnSpLocks/>
          </p:cNvCxnSpPr>
          <p:nvPr/>
        </p:nvCxnSpPr>
        <p:spPr>
          <a:xfrm>
            <a:off x="1388533" y="4673600"/>
            <a:ext cx="181751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79A8E67F-4EE7-EB7A-2535-3A4CD98F9C66}"/>
              </a:ext>
            </a:extLst>
          </p:cNvPr>
          <p:cNvSpPr txBox="1"/>
          <p:nvPr/>
        </p:nvSpPr>
        <p:spPr>
          <a:xfrm>
            <a:off x="1145824" y="42276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79E5E68-9A94-FF10-7DE2-3D588D8F4A51}"/>
              </a:ext>
            </a:extLst>
          </p:cNvPr>
          <p:cNvSpPr txBox="1"/>
          <p:nvPr/>
        </p:nvSpPr>
        <p:spPr>
          <a:xfrm>
            <a:off x="3206044" y="4277851"/>
            <a:ext cx="29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40BC02-0359-14CD-81A6-053731F65DF6}"/>
              </a:ext>
            </a:extLst>
          </p:cNvPr>
          <p:cNvSpPr txBox="1"/>
          <p:nvPr/>
        </p:nvSpPr>
        <p:spPr>
          <a:xfrm>
            <a:off x="59377" y="5319121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3B80AC6-2B45-4961-F6E9-132A42CEC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27" y="5812986"/>
            <a:ext cx="1606303" cy="31280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39FCD09-19A5-D238-EA78-C25131C85EAA}"/>
              </a:ext>
            </a:extLst>
          </p:cNvPr>
          <p:cNvSpPr txBox="1"/>
          <p:nvPr/>
        </p:nvSpPr>
        <p:spPr>
          <a:xfrm>
            <a:off x="249382" y="447699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1D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194BE6C-ADE0-CBC5-B381-09CA84F3DAC5}"/>
              </a:ext>
            </a:extLst>
          </p:cNvPr>
          <p:cNvSpPr txBox="1"/>
          <p:nvPr/>
        </p:nvSpPr>
        <p:spPr>
          <a:xfrm>
            <a:off x="4688483" y="4488934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2D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574684-18C1-9308-4D7E-F78A490C1B9E}"/>
              </a:ext>
            </a:extLst>
          </p:cNvPr>
          <p:cNvSpPr/>
          <p:nvPr/>
        </p:nvSpPr>
        <p:spPr>
          <a:xfrm>
            <a:off x="5617029" y="3990109"/>
            <a:ext cx="1496290" cy="1484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2E6ECD-20DC-E9A8-052D-74ADF6061F87}"/>
              </a:ext>
            </a:extLst>
          </p:cNvPr>
          <p:cNvSpPr/>
          <p:nvPr/>
        </p:nvSpPr>
        <p:spPr>
          <a:xfrm>
            <a:off x="5766362" y="4131770"/>
            <a:ext cx="1204453" cy="11873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5426808-2146-6310-8ABD-CD673F32833B}"/>
              </a:ext>
            </a:extLst>
          </p:cNvPr>
          <p:cNvSpPr txBox="1"/>
          <p:nvPr/>
        </p:nvSpPr>
        <p:spPr>
          <a:xfrm>
            <a:off x="4654128" y="5600057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7F7E8DA7-546B-1A5E-810F-FC0E8A6BF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972" y="6033460"/>
            <a:ext cx="1846401" cy="36571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CD9978F6-F033-3507-2D71-087E3F83BA11}"/>
              </a:ext>
            </a:extLst>
          </p:cNvPr>
          <p:cNvSpPr txBox="1"/>
          <p:nvPr/>
        </p:nvSpPr>
        <p:spPr>
          <a:xfrm>
            <a:off x="8245012" y="446251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3D</a:t>
            </a:r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46A4EDEF-620D-69DE-FA4A-613F304CAE38}"/>
              </a:ext>
            </a:extLst>
          </p:cNvPr>
          <p:cNvSpPr/>
          <p:nvPr/>
        </p:nvSpPr>
        <p:spPr>
          <a:xfrm>
            <a:off x="9630628" y="4009131"/>
            <a:ext cx="1496289" cy="1484416"/>
          </a:xfrm>
          <a:prstGeom prst="cube">
            <a:avLst/>
          </a:prstGeom>
          <a:solidFill>
            <a:schemeClr val="accent1">
              <a:alpha val="5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9B3812A7-7C2C-F93A-24C3-AF3D7D362781}"/>
              </a:ext>
            </a:extLst>
          </p:cNvPr>
          <p:cNvSpPr/>
          <p:nvPr/>
        </p:nvSpPr>
        <p:spPr>
          <a:xfrm>
            <a:off x="9783029" y="4161531"/>
            <a:ext cx="1118520" cy="1157590"/>
          </a:xfrm>
          <a:prstGeom prst="cube">
            <a:avLst/>
          </a:prstGeom>
          <a:solidFill>
            <a:schemeClr val="bg1">
              <a:alpha val="65516"/>
            </a:schemeClr>
          </a:solidFill>
          <a:ln>
            <a:solidFill>
              <a:schemeClr val="accent1">
                <a:shade val="15000"/>
                <a:alpha val="20739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751873C-D6B8-4B22-10B5-B8A9B3B3CCB7}"/>
              </a:ext>
            </a:extLst>
          </p:cNvPr>
          <p:cNvSpPr txBox="1"/>
          <p:nvPr/>
        </p:nvSpPr>
        <p:spPr>
          <a:xfrm>
            <a:off x="8470056" y="5586306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</p:spTree>
    <p:extLst>
      <p:ext uri="{BB962C8B-B14F-4D97-AF65-F5344CB8AC3E}">
        <p14:creationId xmlns:p14="http://schemas.microsoft.com/office/powerpoint/2010/main" val="1930138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D6E1D-AF6B-95A6-311B-678A0150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DFF87C-F8B6-67E2-EF8F-266DFBC8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65A85B-C87B-44B5-02CC-7120F4517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C83F242-DA0C-0E96-D689-E1EB53CE76D1}"/>
              </a:ext>
            </a:extLst>
          </p:cNvPr>
          <p:cNvCxnSpPr/>
          <p:nvPr/>
        </p:nvCxnSpPr>
        <p:spPr>
          <a:xfrm>
            <a:off x="1162756" y="4673600"/>
            <a:ext cx="234808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9A7EFF36-7F16-969E-38B3-BF0472337C0C}"/>
              </a:ext>
            </a:extLst>
          </p:cNvPr>
          <p:cNvSpPr txBox="1"/>
          <p:nvPr/>
        </p:nvSpPr>
        <p:spPr>
          <a:xfrm>
            <a:off x="2144890" y="4775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FBEB3CF9-0AAD-0949-C594-788905DCCC2A}"/>
              </a:ext>
            </a:extLst>
          </p:cNvPr>
          <p:cNvCxnSpPr/>
          <p:nvPr/>
        </p:nvCxnSpPr>
        <p:spPr>
          <a:xfrm>
            <a:off x="2551289" y="4989689"/>
            <a:ext cx="95955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14F5A71-0840-B57F-47C0-7B14EFC0445C}"/>
              </a:ext>
            </a:extLst>
          </p:cNvPr>
          <p:cNvCxnSpPr>
            <a:cxnSpLocks/>
          </p:cNvCxnSpPr>
          <p:nvPr/>
        </p:nvCxnSpPr>
        <p:spPr>
          <a:xfrm flipH="1" flipV="1">
            <a:off x="1162756" y="4972756"/>
            <a:ext cx="891822" cy="169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7D5FD8B-19B4-462F-58C4-EAA2AC813ACC}"/>
              </a:ext>
            </a:extLst>
          </p:cNvPr>
          <p:cNvCxnSpPr>
            <a:cxnSpLocks/>
          </p:cNvCxnSpPr>
          <p:nvPr/>
        </p:nvCxnSpPr>
        <p:spPr>
          <a:xfrm>
            <a:off x="1388533" y="4673600"/>
            <a:ext cx="181751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4794C31E-B7D4-9D53-6715-7BBFEEB3EF17}"/>
              </a:ext>
            </a:extLst>
          </p:cNvPr>
          <p:cNvSpPr txBox="1"/>
          <p:nvPr/>
        </p:nvSpPr>
        <p:spPr>
          <a:xfrm>
            <a:off x="1145824" y="42276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0D55D2-8075-CEC4-76C8-7B25EC3B2025}"/>
              </a:ext>
            </a:extLst>
          </p:cNvPr>
          <p:cNvSpPr txBox="1"/>
          <p:nvPr/>
        </p:nvSpPr>
        <p:spPr>
          <a:xfrm>
            <a:off x="3206044" y="4277851"/>
            <a:ext cx="29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94B83DF-9154-A7E1-E662-6971FF349F89}"/>
              </a:ext>
            </a:extLst>
          </p:cNvPr>
          <p:cNvSpPr txBox="1"/>
          <p:nvPr/>
        </p:nvSpPr>
        <p:spPr>
          <a:xfrm>
            <a:off x="59377" y="5319121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21E8D34-4579-2A6E-3EA8-918D40147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27" y="5812986"/>
            <a:ext cx="1606303" cy="31280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1E4B2CE-60D2-9A6B-08AA-92C4DFB58CE1}"/>
              </a:ext>
            </a:extLst>
          </p:cNvPr>
          <p:cNvSpPr txBox="1"/>
          <p:nvPr/>
        </p:nvSpPr>
        <p:spPr>
          <a:xfrm>
            <a:off x="249382" y="447699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1D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8BC0291-1ADE-A19C-0C3B-FA2E12E3C38A}"/>
              </a:ext>
            </a:extLst>
          </p:cNvPr>
          <p:cNvSpPr txBox="1"/>
          <p:nvPr/>
        </p:nvSpPr>
        <p:spPr>
          <a:xfrm>
            <a:off x="4688483" y="4488934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2D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730E7-EEA2-BACD-EE73-A393E390147E}"/>
              </a:ext>
            </a:extLst>
          </p:cNvPr>
          <p:cNvSpPr/>
          <p:nvPr/>
        </p:nvSpPr>
        <p:spPr>
          <a:xfrm>
            <a:off x="5617029" y="3990109"/>
            <a:ext cx="1496290" cy="1484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28324B-6E8D-9A34-9C11-1038CE461409}"/>
              </a:ext>
            </a:extLst>
          </p:cNvPr>
          <p:cNvSpPr/>
          <p:nvPr/>
        </p:nvSpPr>
        <p:spPr>
          <a:xfrm>
            <a:off x="5766362" y="4131770"/>
            <a:ext cx="1204453" cy="11873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465889A-F8E4-B460-B9DF-97BA8C0CE7D1}"/>
              </a:ext>
            </a:extLst>
          </p:cNvPr>
          <p:cNvSpPr txBox="1"/>
          <p:nvPr/>
        </p:nvSpPr>
        <p:spPr>
          <a:xfrm>
            <a:off x="4654128" y="5600057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7C7791DA-556C-9BCD-367D-5FD7D2943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972" y="6033460"/>
            <a:ext cx="1846401" cy="36571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A984773-862C-EA79-3623-D62BAEFFECA3}"/>
              </a:ext>
            </a:extLst>
          </p:cNvPr>
          <p:cNvSpPr txBox="1"/>
          <p:nvPr/>
        </p:nvSpPr>
        <p:spPr>
          <a:xfrm>
            <a:off x="8245012" y="4462517"/>
            <a:ext cx="44435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3D</a:t>
            </a:r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3087040B-963A-95D2-9F59-D6A07A6B214F}"/>
              </a:ext>
            </a:extLst>
          </p:cNvPr>
          <p:cNvSpPr/>
          <p:nvPr/>
        </p:nvSpPr>
        <p:spPr>
          <a:xfrm>
            <a:off x="9630628" y="4009131"/>
            <a:ext cx="1496289" cy="1484416"/>
          </a:xfrm>
          <a:prstGeom prst="cube">
            <a:avLst/>
          </a:prstGeom>
          <a:solidFill>
            <a:schemeClr val="accent1">
              <a:alpha val="5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2CAE86A6-965A-7CEC-C147-5F261817EDBB}"/>
              </a:ext>
            </a:extLst>
          </p:cNvPr>
          <p:cNvSpPr/>
          <p:nvPr/>
        </p:nvSpPr>
        <p:spPr>
          <a:xfrm>
            <a:off x="9783029" y="4161531"/>
            <a:ext cx="1118520" cy="1157590"/>
          </a:xfrm>
          <a:prstGeom prst="cube">
            <a:avLst/>
          </a:prstGeom>
          <a:solidFill>
            <a:schemeClr val="bg1">
              <a:alpha val="65516"/>
            </a:schemeClr>
          </a:solidFill>
          <a:ln>
            <a:solidFill>
              <a:schemeClr val="accent1">
                <a:shade val="15000"/>
                <a:alpha val="20739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330B5EA-4767-C29F-B880-ECF583A33DD5}"/>
              </a:ext>
            </a:extLst>
          </p:cNvPr>
          <p:cNvSpPr txBox="1"/>
          <p:nvPr/>
        </p:nvSpPr>
        <p:spPr>
          <a:xfrm>
            <a:off x="8470056" y="5586306"/>
            <a:ext cx="342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Probability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in the </a:t>
            </a:r>
            <a:r>
              <a:rPr lang="fr-FR" dirty="0" err="1"/>
              <a:t>grey</a:t>
            </a:r>
            <a:r>
              <a:rPr lang="fr-FR" dirty="0"/>
              <a:t> area : 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21AE3FF-3F96-0FBF-996A-8D5426B3C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8914" y="6092055"/>
            <a:ext cx="1738003" cy="3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71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E1DF-124D-56D0-FB03-A51164B0E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5220CE-65C8-4B9E-C8F3-634DF0C5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4FB1FE-696F-ECF4-EC68-A0DA49EA6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/>
              <a:t>Real-world </a:t>
            </a:r>
            <a:r>
              <a:rPr lang="fr-FR" b="1" dirty="0" err="1"/>
              <a:t>datasets</a:t>
            </a:r>
            <a:r>
              <a:rPr lang="fr-FR" b="1" dirty="0"/>
              <a:t> are </a:t>
            </a:r>
            <a:r>
              <a:rPr lang="fr-FR" b="1" dirty="0" err="1"/>
              <a:t>often</a:t>
            </a:r>
            <a:endParaRPr lang="fr-FR" b="1" dirty="0"/>
          </a:p>
          <a:p>
            <a:pPr lvl="1">
              <a:buFontTx/>
              <a:buChar char="-"/>
            </a:pPr>
            <a:r>
              <a:rPr lang="fr-FR" b="1" dirty="0" err="1"/>
              <a:t>Unstructured</a:t>
            </a:r>
            <a:r>
              <a:rPr lang="fr-FR" b="1" dirty="0"/>
              <a:t> and high-</a:t>
            </a:r>
            <a:r>
              <a:rPr lang="fr-FR" b="1" dirty="0" err="1"/>
              <a:t>dimensional</a:t>
            </a:r>
            <a:r>
              <a:rPr lang="fr-FR" dirty="0"/>
              <a:t> (images, audio, time </a:t>
            </a:r>
            <a:r>
              <a:rPr lang="fr-FR" dirty="0" err="1"/>
              <a:t>series</a:t>
            </a:r>
            <a:r>
              <a:rPr lang="fr-FR" dirty="0"/>
              <a:t>, etc.)</a:t>
            </a:r>
          </a:p>
          <a:p>
            <a:pPr lvl="1">
              <a:buFontTx/>
              <a:buChar char="-"/>
            </a:pPr>
            <a:r>
              <a:rPr lang="fr-FR" b="1" dirty="0" err="1"/>
              <a:t>Challenging</a:t>
            </a:r>
            <a:r>
              <a:rPr lang="fr-FR" b="1" dirty="0"/>
              <a:t> to </a:t>
            </a:r>
            <a:r>
              <a:rPr lang="fr-FR" b="1" dirty="0" err="1"/>
              <a:t>visualize</a:t>
            </a:r>
            <a:r>
              <a:rPr lang="fr-FR" dirty="0"/>
              <a:t> and </a:t>
            </a:r>
            <a:r>
              <a:rPr lang="fr-FR" dirty="0" err="1"/>
              <a:t>subject</a:t>
            </a:r>
            <a:r>
              <a:rPr lang="fr-FR" dirty="0"/>
              <a:t> to the </a:t>
            </a:r>
            <a:r>
              <a:rPr lang="fr-FR" b="1" dirty="0" err="1"/>
              <a:t>curse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b="1" dirty="0"/>
          </a:p>
          <a:p>
            <a:pPr>
              <a:buFontTx/>
              <a:buChar char="-"/>
            </a:pP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high dimensions</a:t>
            </a:r>
          </a:p>
          <a:p>
            <a:pPr lvl="1">
              <a:buFontTx/>
              <a:buChar char="-"/>
            </a:pPr>
            <a:endParaRPr lang="fr-FR" b="1" dirty="0"/>
          </a:p>
          <a:p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56E32A7-C333-F949-7D13-97BD68C0B158}"/>
              </a:ext>
            </a:extLst>
          </p:cNvPr>
          <p:cNvSpPr txBox="1"/>
          <p:nvPr/>
        </p:nvSpPr>
        <p:spPr>
          <a:xfrm>
            <a:off x="2936742" y="4605021"/>
            <a:ext cx="52931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N D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C29F2279-FBA9-7DDE-1ED6-47AD5C1A6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345" y="4440953"/>
            <a:ext cx="27813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2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1CEB7-456D-C48E-2736-1DA13B8C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BFB700-EBC5-AA48-EAE7-0B737A04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193111-F8D6-1079-6639-4C9FB00D3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 err="1"/>
              <a:t>Let’s</a:t>
            </a:r>
            <a:r>
              <a:rPr lang="fr-FR" b="1" dirty="0"/>
              <a:t> have a look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3939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59FC-AAA9-6289-A4C0-7664F193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6A77CD-07A8-B933-948E-1BFB3C14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54D53-20D2-5B8A-0F03-8671EBBCE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 err="1"/>
              <a:t>Let’s</a:t>
            </a:r>
            <a:r>
              <a:rPr lang="fr-FR" b="1" dirty="0"/>
              <a:t> have a look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1D12519-D80B-BC7D-1045-738DB6637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515" y="2457752"/>
            <a:ext cx="5037282" cy="385414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29ED010-4D44-275E-D910-E61CE45D3B20}"/>
              </a:ext>
            </a:extLst>
          </p:cNvPr>
          <p:cNvSpPr txBox="1"/>
          <p:nvPr/>
        </p:nvSpPr>
        <p:spPr>
          <a:xfrm>
            <a:off x="6736112" y="2985447"/>
            <a:ext cx="4578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After</a:t>
            </a:r>
            <a:r>
              <a:rPr lang="fr-FR" dirty="0"/>
              <a:t> ~25 dimensions, all </a:t>
            </a:r>
            <a:r>
              <a:rPr lang="fr-FR" dirty="0" err="1"/>
              <a:t>probabilities</a:t>
            </a:r>
            <a:r>
              <a:rPr lang="fr-FR" dirty="0"/>
              <a:t> </a:t>
            </a:r>
            <a:r>
              <a:rPr lang="fr-FR" dirty="0" err="1"/>
              <a:t>fall</a:t>
            </a:r>
            <a:r>
              <a:rPr lang="fr-FR" dirty="0"/>
              <a:t> to 0</a:t>
            </a:r>
          </a:p>
        </p:txBody>
      </p:sp>
    </p:spTree>
    <p:extLst>
      <p:ext uri="{BB962C8B-B14F-4D97-AF65-F5344CB8AC3E}">
        <p14:creationId xmlns:p14="http://schemas.microsoft.com/office/powerpoint/2010/main" val="1717239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4D71-E921-CBB8-CE33-DC14B823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8E02F3-7F66-CA26-4D48-23BF1679C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A6C454-51A3-4E21-0BD9-B05DB02EF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 err="1"/>
              <a:t>Let’s</a:t>
            </a:r>
            <a:r>
              <a:rPr lang="fr-FR" b="1" dirty="0"/>
              <a:t> have a look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50BE39-25F5-7C33-A69C-F0690826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515" y="2457752"/>
            <a:ext cx="5037282" cy="385414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1E74185-FAE6-13C2-6A33-B6611AA9CC2D}"/>
              </a:ext>
            </a:extLst>
          </p:cNvPr>
          <p:cNvSpPr txBox="1"/>
          <p:nvPr/>
        </p:nvSpPr>
        <p:spPr>
          <a:xfrm>
            <a:off x="6736112" y="2985447"/>
            <a:ext cx="4578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After</a:t>
            </a:r>
            <a:r>
              <a:rPr lang="fr-FR" dirty="0"/>
              <a:t> ~25 dimensions, all </a:t>
            </a:r>
            <a:r>
              <a:rPr lang="fr-FR" dirty="0" err="1"/>
              <a:t>probabilities</a:t>
            </a:r>
            <a:r>
              <a:rPr lang="fr-FR" dirty="0"/>
              <a:t> </a:t>
            </a:r>
            <a:r>
              <a:rPr lang="fr-FR" dirty="0" err="1"/>
              <a:t>fall</a:t>
            </a:r>
            <a:r>
              <a:rPr lang="fr-FR" dirty="0"/>
              <a:t> to 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AB5E3C6-C5EB-1C56-C2DD-6ED73BDEA1ED}"/>
              </a:ext>
            </a:extLst>
          </p:cNvPr>
          <p:cNvSpPr txBox="1"/>
          <p:nvPr/>
        </p:nvSpPr>
        <p:spPr>
          <a:xfrm>
            <a:off x="6775431" y="4693514"/>
            <a:ext cx="5157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Eucledian</a:t>
            </a:r>
            <a:r>
              <a:rPr lang="fr-FR" dirty="0"/>
              <a:t> distance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adapted</a:t>
            </a:r>
            <a:r>
              <a:rPr lang="fr-FR" dirty="0"/>
              <a:t> to high dimensions</a:t>
            </a:r>
          </a:p>
        </p:txBody>
      </p:sp>
    </p:spTree>
    <p:extLst>
      <p:ext uri="{BB962C8B-B14F-4D97-AF65-F5344CB8AC3E}">
        <p14:creationId xmlns:p14="http://schemas.microsoft.com/office/powerpoint/2010/main" val="1870846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0703-E41B-0E65-E9EB-D9455F19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6A803A-FD5B-2078-93B8-7D175EF1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</a:t>
            </a:r>
            <a:r>
              <a:rPr lang="fr-FR" b="1" dirty="0" err="1"/>
              <a:t>urse</a:t>
            </a:r>
            <a:r>
              <a:rPr lang="fr-FR" b="1" dirty="0"/>
              <a:t> of </a:t>
            </a:r>
            <a:r>
              <a:rPr lang="fr-FR" b="1" dirty="0" err="1"/>
              <a:t>dimensionality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C0D5A1-5EBD-AC62-6629-2D6B0ADB8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 err="1"/>
              <a:t>Let’s</a:t>
            </a:r>
            <a:r>
              <a:rPr lang="fr-FR" b="1" dirty="0"/>
              <a:t> have a look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8203C08-37BC-CA92-1EF1-96BE8628B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515" y="2457752"/>
            <a:ext cx="5037282" cy="385414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2BBCE0A-C485-B0EA-44F6-3D2A1F5650F2}"/>
              </a:ext>
            </a:extLst>
          </p:cNvPr>
          <p:cNvSpPr txBox="1"/>
          <p:nvPr/>
        </p:nvSpPr>
        <p:spPr>
          <a:xfrm>
            <a:off x="6736112" y="2985447"/>
            <a:ext cx="4578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After</a:t>
            </a:r>
            <a:r>
              <a:rPr lang="fr-FR" dirty="0"/>
              <a:t> ~25 dimensions, all </a:t>
            </a:r>
            <a:r>
              <a:rPr lang="fr-FR" dirty="0" err="1"/>
              <a:t>probabilities</a:t>
            </a:r>
            <a:r>
              <a:rPr lang="fr-FR" dirty="0"/>
              <a:t> </a:t>
            </a:r>
            <a:r>
              <a:rPr lang="fr-FR" dirty="0" err="1"/>
              <a:t>fall</a:t>
            </a:r>
            <a:r>
              <a:rPr lang="fr-FR" dirty="0"/>
              <a:t> to 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01CE317-66DB-3240-95C0-E19AB309ED3B}"/>
              </a:ext>
            </a:extLst>
          </p:cNvPr>
          <p:cNvSpPr txBox="1"/>
          <p:nvPr/>
        </p:nvSpPr>
        <p:spPr>
          <a:xfrm>
            <a:off x="6775431" y="4693514"/>
            <a:ext cx="5157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Eucledian</a:t>
            </a:r>
            <a:r>
              <a:rPr lang="fr-FR" dirty="0"/>
              <a:t> distance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adapted</a:t>
            </a:r>
            <a:r>
              <a:rPr lang="fr-FR" dirty="0"/>
              <a:t> to high dimensions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C891FB-7782-2F6A-CA14-E4D69716EC3C}"/>
              </a:ext>
            </a:extLst>
          </p:cNvPr>
          <p:cNvSpPr txBox="1"/>
          <p:nvPr/>
        </p:nvSpPr>
        <p:spPr>
          <a:xfrm>
            <a:off x="6634687" y="6059766"/>
            <a:ext cx="5352940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fr-FR" dirty="0"/>
              <a:t>Need to have alternative </a:t>
            </a:r>
            <a:r>
              <a:rPr lang="fr-FR" dirty="0" err="1"/>
              <a:t>tools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the </a:t>
            </a:r>
            <a:r>
              <a:rPr lang="fr-FR" dirty="0" err="1"/>
              <a:t>euclidian</a:t>
            </a:r>
            <a:r>
              <a:rPr lang="fr-FR" dirty="0"/>
              <a:t> </a:t>
            </a:r>
            <a:r>
              <a:rPr lang="fr-FR" dirty="0" err="1"/>
              <a:t>space</a:t>
            </a:r>
            <a:endParaRPr lang="fr-FR" dirty="0"/>
          </a:p>
          <a:p>
            <a:pPr algn="ctr"/>
            <a:r>
              <a:rPr lang="fr-FR" dirty="0"/>
              <a:t>for data </a:t>
            </a:r>
            <a:r>
              <a:rPr lang="fr-FR" dirty="0" err="1"/>
              <a:t>visualization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2205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B3A2-B01D-8524-1E61-28EE348C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F28C87-F98A-C336-656C-9F09B406A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Reuction</a:t>
            </a:r>
            <a:r>
              <a:rPr lang="fr-FR" dirty="0"/>
              <a:t> of dimension</a:t>
            </a:r>
            <a:br>
              <a:rPr lang="fr-FR" dirty="0"/>
            </a:br>
            <a:r>
              <a:rPr lang="fr-FR" dirty="0"/>
              <a:t>PCA, LLE, </a:t>
            </a:r>
            <a:r>
              <a:rPr lang="fr-FR" dirty="0" err="1"/>
              <a:t>tSNE</a:t>
            </a:r>
            <a:r>
              <a:rPr lang="fr-FR" dirty="0"/>
              <a:t>, UMAP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EDC7D69-B80F-EDCB-EA5F-F841FCEBC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334"/>
            <a:ext cx="1524000" cy="108813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4091294-DD0D-5EE2-06D9-F0261B7A2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54" y="1749517"/>
            <a:ext cx="1133292" cy="113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014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679</Words>
  <Application>Microsoft Macintosh PowerPoint</Application>
  <PresentationFormat>Grand écran</PresentationFormat>
  <Paragraphs>142</Paragraphs>
  <Slides>18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Thème Office</vt:lpstr>
      <vt:lpstr>Dimension reduction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Reuction of dimension PCA, LLE, tSNE, UMAP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16</cp:revision>
  <dcterms:created xsi:type="dcterms:W3CDTF">2025-09-17T15:48:26Z</dcterms:created>
  <dcterms:modified xsi:type="dcterms:W3CDTF">2025-09-29T09:51:40Z</dcterms:modified>
</cp:coreProperties>
</file>